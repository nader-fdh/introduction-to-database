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Process_(computing)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39403" y="2434107"/>
            <a:ext cx="9620518" cy="1531904"/>
          </a:xfrm>
        </p:spPr>
        <p:txBody>
          <a:bodyPr/>
          <a:lstStyle/>
          <a:p>
            <a:pPr algn="ctr"/>
            <a:r>
              <a:rPr lang="fr-FR" i="1" dirty="0" smtClean="0">
                <a:solidFill>
                  <a:srgbClr val="FFC000"/>
                </a:solidFill>
              </a:rPr>
              <a:t>INTRODUCTION TO DATABASES</a:t>
            </a:r>
            <a:endParaRPr lang="fr-FR" i="1" dirty="0">
              <a:solidFill>
                <a:srgbClr val="FFC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298547" y="5756855"/>
            <a:ext cx="2240410" cy="461493"/>
          </a:xfrm>
        </p:spPr>
        <p:txBody>
          <a:bodyPr/>
          <a:lstStyle/>
          <a:p>
            <a:r>
              <a:rPr lang="fr-FR" b="1" dirty="0" smtClean="0"/>
              <a:t>BY NADER FADHEL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7731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 smtClean="0">
                <a:solidFill>
                  <a:srgbClr val="FFC000"/>
                </a:solidFill>
              </a:rPr>
              <a:t>MySQL</a:t>
            </a:r>
            <a:endParaRPr lang="fr-FR" b="1" i="1" dirty="0">
              <a:solidFill>
                <a:srgbClr val="FFC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51414" y="2830550"/>
            <a:ext cx="10487548" cy="1903737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latin typeface="Google Sans"/>
              </a:rPr>
              <a:t>MySQL the </a:t>
            </a:r>
            <a:r>
              <a:rPr lang="fr-FR" altLang="fr-FR" dirty="0" err="1">
                <a:latin typeface="Google Sans"/>
              </a:rPr>
              <a:t>acronym</a:t>
            </a:r>
            <a:r>
              <a:rPr lang="fr-FR" altLang="fr-FR" dirty="0">
                <a:latin typeface="Google Sans"/>
              </a:rPr>
              <a:t> "</a:t>
            </a:r>
            <a:r>
              <a:rPr lang="fr-FR" altLang="fr-FR" dirty="0" err="1">
                <a:latin typeface="Google Sans"/>
              </a:rPr>
              <a:t>MyStructuredQueryLanguage</a:t>
            </a:r>
            <a:r>
              <a:rPr lang="fr-FR" altLang="fr-FR" dirty="0">
                <a:latin typeface="Google Sans"/>
              </a:rPr>
              <a:t>" </a:t>
            </a:r>
            <a:r>
              <a:rPr lang="fr-FR" altLang="fr-FR" dirty="0" err="1">
                <a:latin typeface="Google Sans"/>
              </a:rPr>
              <a:t>is</a:t>
            </a:r>
            <a:r>
              <a:rPr lang="fr-FR" altLang="fr-FR" dirty="0">
                <a:latin typeface="Google Sans"/>
              </a:rPr>
              <a:t> an open sources </a:t>
            </a:r>
            <a:r>
              <a:rPr lang="fr-FR" altLang="fr-FR" dirty="0" err="1">
                <a:latin typeface="Google Sans"/>
              </a:rPr>
              <a:t>relational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database</a:t>
            </a:r>
            <a:r>
              <a:rPr lang="fr-FR" altLang="fr-FR" dirty="0">
                <a:latin typeface="Google Sans"/>
              </a:rPr>
              <a:t> management system. The use of PHP </a:t>
            </a:r>
            <a:r>
              <a:rPr lang="fr-FR" altLang="fr-FR" dirty="0" err="1">
                <a:latin typeface="Google Sans"/>
              </a:rPr>
              <a:t>requires</a:t>
            </a:r>
            <a:r>
              <a:rPr lang="fr-FR" altLang="fr-FR" dirty="0">
                <a:latin typeface="Google Sans"/>
              </a:rPr>
              <a:t> the </a:t>
            </a:r>
            <a:r>
              <a:rPr lang="fr-FR" altLang="fr-FR" dirty="0" err="1">
                <a:latin typeface="Google Sans"/>
              </a:rPr>
              <a:t>presence</a:t>
            </a:r>
            <a:r>
              <a:rPr lang="fr-FR" altLang="fr-FR" dirty="0">
                <a:latin typeface="Google Sans"/>
              </a:rPr>
              <a:t> of a </a:t>
            </a:r>
            <a:r>
              <a:rPr lang="fr-FR" altLang="fr-FR" dirty="0" err="1">
                <a:latin typeface="Google Sans"/>
              </a:rPr>
              <a:t>database</a:t>
            </a:r>
            <a:r>
              <a:rPr lang="fr-FR" altLang="fr-FR" dirty="0">
                <a:latin typeface="Google Sans"/>
              </a:rPr>
              <a:t>, and to manage </a:t>
            </a:r>
            <a:r>
              <a:rPr lang="fr-FR" altLang="fr-FR" dirty="0" err="1">
                <a:latin typeface="Google Sans"/>
              </a:rPr>
              <a:t>this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database</a:t>
            </a:r>
            <a:r>
              <a:rPr lang="fr-FR" altLang="fr-FR" dirty="0">
                <a:latin typeface="Google Sans"/>
              </a:rPr>
              <a:t> one must use a </a:t>
            </a:r>
            <a:r>
              <a:rPr lang="fr-FR" altLang="fr-FR" dirty="0" err="1">
                <a:latin typeface="Google Sans"/>
              </a:rPr>
              <a:t>database</a:t>
            </a:r>
            <a:r>
              <a:rPr lang="fr-FR" altLang="fr-FR" dirty="0">
                <a:latin typeface="Google Sans"/>
              </a:rPr>
              <a:t> management system in </a:t>
            </a:r>
            <a:r>
              <a:rPr lang="fr-FR" altLang="fr-FR" dirty="0" err="1">
                <a:latin typeface="Google Sans"/>
              </a:rPr>
              <a:t>separate</a:t>
            </a:r>
            <a:r>
              <a:rPr lang="fr-FR" altLang="fr-FR" dirty="0">
                <a:latin typeface="Google Sans"/>
              </a:rPr>
              <a:t> tables and </a:t>
            </a:r>
            <a:r>
              <a:rPr lang="fr-FR" altLang="fr-FR" dirty="0" err="1">
                <a:latin typeface="Google Sans"/>
              </a:rPr>
              <a:t>bring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everything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together</a:t>
            </a:r>
            <a:r>
              <a:rPr lang="fr-FR" altLang="fr-FR" dirty="0">
                <a:latin typeface="Google Sans"/>
              </a:rPr>
              <a:t> in a single table. 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latin typeface="Google Sans"/>
              </a:rPr>
              <a:t>This server </a:t>
            </a:r>
            <a:r>
              <a:rPr lang="fr-FR" altLang="fr-FR" dirty="0" err="1">
                <a:latin typeface="Google Sans"/>
              </a:rPr>
              <a:t>can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run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several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processes</a:t>
            </a:r>
            <a:r>
              <a:rPr lang="fr-FR" altLang="fr-FR" dirty="0">
                <a:latin typeface="Google Sans"/>
              </a:rPr>
              <a:t> at the </a:t>
            </a:r>
            <a:r>
              <a:rPr lang="fr-FR" altLang="fr-FR" dirty="0" err="1">
                <a:latin typeface="Google Sans"/>
              </a:rPr>
              <a:t>same</a:t>
            </a:r>
            <a:r>
              <a:rPr lang="fr-FR" altLang="fr-FR" dirty="0">
                <a:latin typeface="Google Sans"/>
              </a:rPr>
              <a:t> time </a:t>
            </a:r>
            <a:r>
              <a:rPr lang="fr-FR" altLang="fr-FR" dirty="0" err="1">
                <a:latin typeface="Google Sans"/>
              </a:rPr>
              <a:t>ie</a:t>
            </a:r>
            <a:r>
              <a:rPr lang="fr-FR" altLang="fr-FR" dirty="0">
                <a:latin typeface="Google Sans"/>
              </a:rPr>
              <a:t> "</a:t>
            </a:r>
            <a:r>
              <a:rPr lang="fr-FR" altLang="fr-FR" dirty="0" err="1">
                <a:latin typeface="Google Sans"/>
              </a:rPr>
              <a:t>multithreaded</a:t>
            </a:r>
            <a:r>
              <a:rPr lang="fr-FR" altLang="fr-FR" dirty="0">
                <a:latin typeface="Google Sans"/>
              </a:rPr>
              <a:t>" and </a:t>
            </a:r>
            <a:r>
              <a:rPr lang="fr-FR" altLang="fr-FR" dirty="0" err="1">
                <a:latin typeface="Google Sans"/>
              </a:rPr>
              <a:t>which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also</a:t>
            </a:r>
            <a:r>
              <a:rPr lang="fr-FR" altLang="fr-FR" dirty="0">
                <a:latin typeface="Google Sans"/>
              </a:rPr>
              <a:t> </a:t>
            </a:r>
            <a:r>
              <a:rPr lang="fr-FR" altLang="fr-FR" dirty="0" err="1">
                <a:latin typeface="Google Sans"/>
              </a:rPr>
              <a:t>runs</a:t>
            </a:r>
            <a:r>
              <a:rPr lang="fr-FR" altLang="fr-FR" dirty="0">
                <a:latin typeface="Google Sans"/>
              </a:rPr>
              <a:t> on Windows Linux Mac OS </a:t>
            </a:r>
            <a:r>
              <a:rPr lang="fr-FR" altLang="fr-FR" dirty="0" err="1">
                <a:latin typeface="Google Sans"/>
              </a:rPr>
              <a:t>ie</a:t>
            </a:r>
            <a:r>
              <a:rPr lang="fr-FR" altLang="fr-FR" dirty="0">
                <a:latin typeface="Google Sans"/>
              </a:rPr>
              <a:t> "multi-user".</a:t>
            </a:r>
            <a:r>
              <a:rPr lang="fr-FR" altLang="fr-FR" dirty="0"/>
              <a:t> </a:t>
            </a: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97" y="4834429"/>
            <a:ext cx="1563913" cy="9100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89043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rgbClr val="FFC000"/>
                </a:solidFill>
              </a:rPr>
              <a:t>MySQL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3" charset="2"/>
              <a:buChar char="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Does MySQL work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dirty="0"/>
              <a:t>MySQL creates a database for storing and manipulating data, defining the relationship of each table.</a:t>
            </a:r>
          </a:p>
          <a:p>
            <a:pPr>
              <a:buFont typeface="+mj-lt"/>
              <a:buAutoNum type="arabicPeriod"/>
            </a:pPr>
            <a:r>
              <a:rPr lang="en-US" dirty="0"/>
              <a:t>Clients can make requests by typing specific SQL statements on MySQL.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server application will respond with the requested information and it will appear on the clients’ side.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969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rgbClr val="FFC000"/>
                </a:solidFill>
              </a:rPr>
              <a:t>PostgreSQL </a:t>
            </a:r>
            <a:endParaRPr lang="fr-FR" b="1" i="1" dirty="0">
              <a:solidFill>
                <a:srgbClr val="FFC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44739" y="2590622"/>
            <a:ext cx="8761412" cy="3416300"/>
          </a:xfrm>
        </p:spPr>
        <p:txBody>
          <a:bodyPr/>
          <a:lstStyle/>
          <a:p>
            <a:r>
              <a:rPr lang="en-US" dirty="0"/>
              <a:t>PostgreSQL is a powerful, open source object-relational database system with over 30 years of active development that has earned it a strong reputation for reliability, feature robustness, and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PostgreSQL server is </a:t>
            </a:r>
            <a:r>
              <a:rPr lang="en-US" dirty="0" smtClean="0">
                <a:hlinkClick r:id="rId2" tooltip="Process (computing)"/>
              </a:rPr>
              <a:t>process</a:t>
            </a:r>
            <a:r>
              <a:rPr lang="en-US" dirty="0" smtClean="0"/>
              <a:t>-based (not threaded), and uses one operating system process per database session. </a:t>
            </a:r>
          </a:p>
          <a:p>
            <a:r>
              <a:rPr lang="fr-FR" dirty="0" smtClean="0"/>
              <a:t>PostgreSQL </a:t>
            </a:r>
            <a:r>
              <a:rPr lang="fr-FR" dirty="0"/>
              <a:t>uses SQL for 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queries</a:t>
            </a:r>
            <a:r>
              <a:rPr lang="fr-FR" dirty="0"/>
              <a:t> and JSON for non-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queries</a:t>
            </a:r>
            <a:r>
              <a:rPr lang="fr-FR" dirty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188" y="5035459"/>
            <a:ext cx="2108514" cy="71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2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i="1" dirty="0">
                <a:solidFill>
                  <a:srgbClr val="FFC000"/>
                </a:solidFill>
              </a:rPr>
              <a:t>SQL SERVER</a:t>
            </a:r>
            <a:endParaRPr lang="fr-FR" b="1" i="1" dirty="0">
              <a:solidFill>
                <a:srgbClr val="FFC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SQL Server is a relational database management system, or RDBMS, developed and marketed by Microsoft</a:t>
            </a:r>
            <a:r>
              <a:rPr lang="en-US" dirty="0" smtClean="0"/>
              <a:t>.</a:t>
            </a:r>
          </a:p>
          <a:p>
            <a:r>
              <a:rPr lang="en-US" dirty="0"/>
              <a:t>Similar to other RDBMS software, SQL Server is built on top of SQL, a standard programming language for interacting with the relational databases. SQL server is tied to Transact-SQL, or T-SQL, the Microsoft’s implementation of SQL that adds a set of proprietary programming constructs.</a:t>
            </a:r>
            <a:endParaRPr lang="fr-FR" dirty="0"/>
          </a:p>
          <a:p>
            <a:endParaRPr lang="en-US" dirty="0"/>
          </a:p>
          <a:p>
            <a:r>
              <a:rPr lang="en-US" dirty="0"/>
              <a:t>SQL Server consists of two main components: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Database Engine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SQLOS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366" y="5088496"/>
            <a:ext cx="1979140" cy="12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7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comparison between the three RDBMS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PostgreSQL vs. MySQL is an important decision when it comes to choosing an open-source relational database management system. Both PostgreSQL and MySQL are time-proven solutions that can compete with enterprise solutions such as Oracle and SQL Server.</a:t>
            </a:r>
            <a:endParaRPr lang="fr-FR" dirty="0"/>
          </a:p>
          <a:p>
            <a:r>
              <a:rPr lang="en-US" dirty="0"/>
              <a:t>MySQL has been famous for its ease of use and speed, while PostgreSQL has many more advanced features, which is the reason that PostgreSQL is often described as an open-source version of Oracle.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637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comparison between the three RDBMS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526066"/>
          </a:xfrm>
        </p:spPr>
        <p:txBody>
          <a:bodyPr/>
          <a:lstStyle/>
          <a:p>
            <a:r>
              <a:rPr lang="en-US" dirty="0"/>
              <a:t>The following table compares the features of these three RDBMS: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68" y="3498224"/>
            <a:ext cx="10040504" cy="283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4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comparison between the three RDBMS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074" y="2601533"/>
            <a:ext cx="10858899" cy="347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0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comparison between the three RDBMS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21" y="2601533"/>
            <a:ext cx="11697695" cy="368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86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rection Ion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1573</TotalTime>
  <Words>335</Words>
  <Application>Microsoft Office PowerPoint</Application>
  <PresentationFormat>Grand écran</PresentationFormat>
  <Paragraphs>29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Google Sans</vt:lpstr>
      <vt:lpstr>Wingdings 3</vt:lpstr>
      <vt:lpstr>Direction Ion</vt:lpstr>
      <vt:lpstr>INTRODUCTION TO DATABASES</vt:lpstr>
      <vt:lpstr>MySQL</vt:lpstr>
      <vt:lpstr>MySQL</vt:lpstr>
      <vt:lpstr>PostgreSQL </vt:lpstr>
      <vt:lpstr>SQL SERVER</vt:lpstr>
      <vt:lpstr>A comparison between the three RDBMS</vt:lpstr>
      <vt:lpstr>A comparison between the three RDBMS</vt:lpstr>
      <vt:lpstr>A comparison between the three RDBMS</vt:lpstr>
      <vt:lpstr>A comparison between the three RDBMS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</dc:title>
  <dc:creator>nader</dc:creator>
  <cp:lastModifiedBy>nader</cp:lastModifiedBy>
  <cp:revision>4</cp:revision>
  <dcterms:created xsi:type="dcterms:W3CDTF">2021-01-27T14:35:30Z</dcterms:created>
  <dcterms:modified xsi:type="dcterms:W3CDTF">2021-01-28T16:48:30Z</dcterms:modified>
</cp:coreProperties>
</file>